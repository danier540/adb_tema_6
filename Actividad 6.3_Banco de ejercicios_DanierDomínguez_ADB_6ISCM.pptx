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71" r:id="rId6"/>
    <p:sldId id="270" r:id="rId7"/>
    <p:sldId id="272" r:id="rId8"/>
    <p:sldId id="273" r:id="rId9"/>
    <p:sldId id="269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B8CE30-C1D8-4A55-8944-E4A084EA4ED1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77499F-7B01-4C2A-B0EA-27F8F4BEDAB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4832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7499F-7B01-4C2A-B0EA-27F8F4BEDAB5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965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7499F-7B01-4C2A-B0EA-27F8F4BEDAB5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2375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7499F-7B01-4C2A-B0EA-27F8F4BEDAB5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3292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7499F-7B01-4C2A-B0EA-27F8F4BEDAB5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9502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7499F-7B01-4C2A-B0EA-27F8F4BEDAB5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7509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D35F6-AF48-40F0-AC45-B106A9435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8BEE46-99DC-4567-90BB-1988B7369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4DF895-4826-48EE-BE3D-5BD7A00B7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167E61-531F-42A5-BF5D-FF2B9094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985425-FB42-46DA-B602-8C9323A67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9791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25F32-C232-4E7E-9543-51D5F4946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EF7C58-3E15-4AA6-B4FC-2BCBE38DF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0F1B26-DDFE-407F-919E-FF8E851DD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A81147-838C-4CE5-ACBC-5276AD005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6AF0B1-FBEB-4973-9B84-B2A492D5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090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FC173-4E4F-459E-A2BF-B1B70DCA1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153ECB-3ECD-471F-A246-B93DE962B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526C60-50E8-4A32-ACDD-3608C896F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D7E718-1666-4654-9F5F-75ADDC7EC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D0C528-ED47-4D36-86C6-52FC2D621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035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E16F4-779E-42E7-88E5-F3E897162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8202CA-4F35-4A6B-BEFB-2C3F55CBD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1BC0D5-F8DE-4BAE-A874-946056635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A06C77-8B76-42B2-AAEB-7C6FDEB89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DEA1BF-193E-496D-BCA4-BFF16F12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2CF7E2-71A0-4464-9374-E4250F00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992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23AD5-E262-40C0-8BD3-887BB942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215D07-9328-448E-89A7-E09DCC914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9E4D15-091D-40AC-A56F-B772CFABF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9DF405A-6D7E-47DA-9A16-DE4F9341E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0D674E6-56FB-40D0-9515-109B21ED5E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B7838F7-4336-4B5A-A266-919C200C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526C684-43B3-4C30-9D52-B831AEF3A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83935A3-9D0D-413A-BB03-36D7E03D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9003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FBDCB-AF65-4809-AE05-EAD2F3806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49FB7B-BCB1-4267-915A-275D118A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816BBF7-4918-495E-B1A6-01C0241AF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16B3C3-A251-4CD3-8C3E-F533ADA32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876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87507B3-D5B8-4BEF-9FA2-4E2D4577B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3215D3E-0593-43B9-9CCC-8405681DF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FB7D52-73DF-4AC7-84E0-DC8AC6143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8687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20658-8383-41E3-8021-7830C403D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004D77-4620-4460-A8D6-6A8B6A777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E23E25-0B62-4DE6-9896-83ADB6A4C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5865F9-8A86-47E9-A5FC-58E99271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ADE27D-F409-46C1-A710-6430CA09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DAA96C-BDCE-404F-A86A-7D5AAE9E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8710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94929-9171-42E6-93CE-0B8296401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5B7511-947D-423E-8EB2-89A19107ED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47DC17-2010-44FB-ACF3-7E7B0EDE4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BBE902-42FF-4DAC-ABFD-5A2CA8DFE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22FAA8-8E60-48F9-848B-57C2505A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08174B-78FC-41D9-9C81-A24B3893C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518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B42DD-31CA-40BE-9AC7-52699B460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582B3F-638B-463D-B1C9-D0392C09D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DA4965-4C42-457F-8F4F-215A8921F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E3FB37-11D3-4CDC-855F-93338BE0C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208D8B-E3AC-413E-A9DD-F660DEA0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9106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4A9459-A5F9-4572-87EE-90218D750D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37FEA1-E0DF-4146-8AF1-4C0C1DDC9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BA63B8-03BE-49B9-90E9-0D7B1AD9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2A61F1-7D58-42FC-B01C-374EF0C4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DD12E3-4330-421F-8260-F4A673345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4917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7D6CD95-213C-4C24-AE3E-2DF1D0638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AD4205-EB5E-43A3-A8A3-1DF84C5A2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AF81F1-DA6B-4581-BF11-3D22F09689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62985-57C1-4F8A-9A84-7F5A156A6D2E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E5474F-3696-4E5A-A2C5-6BFFF8E17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03DA3A-3360-440F-9462-2C5FB6A03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70407-7069-442B-8B38-D3BC6D6CC7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8388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9969794-9957-4724-8C60-6A0487488F5D}"/>
              </a:ext>
            </a:extLst>
          </p:cNvPr>
          <p:cNvPicPr/>
          <p:nvPr/>
        </p:nvPicPr>
        <p:blipFill rotWithShape="1">
          <a:blip r:embed="rId2"/>
          <a:srcRect l="905" t="8280" b="-1"/>
          <a:stretch/>
        </p:blipFill>
        <p:spPr bwMode="auto">
          <a:xfrm>
            <a:off x="2089014" y="329497"/>
            <a:ext cx="7826352" cy="8897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EC5F41F-3613-436C-B535-56DC02032711}"/>
              </a:ext>
            </a:extLst>
          </p:cNvPr>
          <p:cNvSpPr txBox="1"/>
          <p:nvPr/>
        </p:nvSpPr>
        <p:spPr>
          <a:xfrm>
            <a:off x="2208629" y="1289739"/>
            <a:ext cx="75927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Instituto Tecnológico Nacional de México</a:t>
            </a:r>
          </a:p>
          <a:p>
            <a:pPr algn="ctr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Campus Frontera Comalapa</a:t>
            </a:r>
          </a:p>
          <a:p>
            <a:pPr algn="ctr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Administración de Base de Datos</a:t>
            </a:r>
          </a:p>
          <a:p>
            <a:pPr algn="ctr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Nombre de los integrantes:</a:t>
            </a:r>
          </a:p>
          <a:p>
            <a:pPr algn="ctr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Danier Miguel Domínguez Rodríguez</a:t>
            </a:r>
          </a:p>
          <a:p>
            <a:pPr algn="ctr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Nombre del docente: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Francisco Javier Mingo Velázquez </a:t>
            </a:r>
          </a:p>
          <a:p>
            <a:pPr algn="ctr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Tema: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Microservice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Pruebas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Manager</a:t>
            </a:r>
          </a:p>
          <a:p>
            <a:pPr algn="ctr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Fecha:</a:t>
            </a:r>
          </a:p>
          <a:p>
            <a:pPr algn="ctr"/>
            <a:r>
              <a:rPr lang="es-MX">
                <a:latin typeface="Arial" panose="020B0604020202020204" pitchFamily="34" charset="0"/>
                <a:cs typeface="Arial" panose="020B0604020202020204" pitchFamily="34" charset="0"/>
              </a:rPr>
              <a:t>14/06/2026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94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25416" y="970670"/>
            <a:ext cx="986145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INTRODUCCION</a:t>
            </a:r>
          </a:p>
          <a:p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práctica se desarrolló un banco de ejercicios enfocado en la inserción y consulta de datos dentro del sistema de microservicios. Se implementaron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endpoints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para registrar y visualizar estudiantes y cursos, verificando su funcionamiento mediante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como proxy inverso. El objetivo fue demostrar la correcta comunicación entre 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y los servicios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evidenciando la integración completa del sistema y la gestión eficiente de la información académica.</a:t>
            </a:r>
          </a:p>
        </p:txBody>
      </p:sp>
    </p:spTree>
    <p:extLst>
      <p:ext uri="{BB962C8B-B14F-4D97-AF65-F5344CB8AC3E}">
        <p14:creationId xmlns:p14="http://schemas.microsoft.com/office/powerpoint/2010/main" val="3028818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25416" y="970670"/>
            <a:ext cx="986145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JUSTIFICACION</a:t>
            </a:r>
          </a:p>
          <a:p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Esta actividad se justifica porque permite comprobar el flujo real de datos dentro de una arquitectura distribuida, donde cada microservicio cumple una función específica y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actúa como punto de acceso central. Al registrar y consultar estudiantes y cursos, se valida la conexión entre los servicios y la base de datos, fortaleciendo la comprensión práctica del modelo cliente-servidor y la importancia del enrutamiento en entornos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dockerizados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9851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Verificación y reinicio de contenedores</a:t>
            </a: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imagen se observa la gestión de contenedores Docker desde la terminal de Linux, donde se listan los servicios del sistema y se reinicia el contenedor de MySQL. Este paso es fundamental antes de realizar registros en los microservicios, ya que asegura que las bases de datos y servicios estén activos y disponibles para recibir las peticiones de inserción de estudiantes y cursos.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5E35159-A2E6-408B-9C55-E29731BB2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372" y="2430505"/>
            <a:ext cx="8989255" cy="32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5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Visualización de estudiante registrado en </a:t>
            </a:r>
            <a:r>
              <a:rPr lang="es-MX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captura se aprecia la consulta al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endpoint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/api/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donde se muestra un estudiante previamente registrado en el sistema. El resultado confirma que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está funcionando como proxy inverso y que la información del alumno —incluyendo su ID, nombre y correo electrónico— se despliega correctamente desde la base de datos hacia la interfaz web.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257AE4D-B4AB-4C21-B458-C88D8A34AF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44"/>
          <a:stretch/>
        </p:blipFill>
        <p:spPr>
          <a:xfrm>
            <a:off x="2362690" y="2574387"/>
            <a:ext cx="7466619" cy="327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49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Registro del estudiante mediante API</a:t>
            </a: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captura se observa el uso de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Postman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para enviar una petición POST al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endpoint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/api/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con los datos del estudiante Meme López. La evidencia refleja cómo el sistema recibe y procesa la información enviada en formato JSON, confirmando que el registro se realizó de manera exitosa y que el microservicio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está funcionando correctamente a través de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1E60432-326B-4EC0-9061-F150FCC7A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121" y="2430505"/>
            <a:ext cx="7021757" cy="394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79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Listado de estudiantes registrados </a:t>
            </a:r>
            <a:r>
              <a:rPr lang="es-MX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captura se observa la consulta al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endpoint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/api/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donde se despliegan cinco estudiantes con sus respectivos ID, nombre y correo electrónico. La evidencia confirma que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está funcionando como proxy inverso y que los registros fueron insertados correctamente en la base de datos, mostrando de manera clara y ordenada la información académica gestionada por el microservicio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F9FF37B-62C3-4DDB-BD4F-4565A33B66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33" b="12410"/>
          <a:stretch/>
        </p:blipFill>
        <p:spPr>
          <a:xfrm>
            <a:off x="2520754" y="2623383"/>
            <a:ext cx="7150491" cy="315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90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65274" y="337624"/>
            <a:ext cx="986145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Listado de cursos registrados </a:t>
            </a:r>
            <a:r>
              <a:rPr lang="es-MX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captura se muestra la consulta al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endpoint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/api/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courses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donde se visualizan cinco cursos registrados en el sistema junto con el nombre de sus respectivos profesores. La evidencia confirma que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está funcionando correctamente como proxy inverso y que los datos fueron insertados y desplegados de manera ordenada desde el microservicio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demostrando la comunicación efectiva entre los servicios y la base de datos.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56EA1F-EC55-43C0-A19A-D4ABDA73AD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21" b="23487"/>
          <a:stretch/>
        </p:blipFill>
        <p:spPr>
          <a:xfrm>
            <a:off x="952500" y="2461845"/>
            <a:ext cx="10287000" cy="409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32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E7383A-2B6D-47EB-9665-C1DE6C8FBE8D}"/>
              </a:ext>
            </a:extLst>
          </p:cNvPr>
          <p:cNvSpPr txBox="1"/>
          <p:nvPr/>
        </p:nvSpPr>
        <p:spPr>
          <a:xfrm>
            <a:off x="1125416" y="970670"/>
            <a:ext cx="986145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conclusión, la práctica del banco de ejercicios permitió consolidar el conocimiento sobre la gestión de datos dentro de una arquitectura de microservicios, evidenciando la correcta inserción y consulta de información mediante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como proxy inverso. La visualización de los registros de estudiantes y cursos demuestra la comunicación fluida entre los servicios, las bases de datos y el entorno Docker, reflejando un sistema funcional y bien estructurado. Este proceso no solo valida el funcionamiento técnico, sino también la comprensión integral del flujo de datos y la importancia de documentar cada etapa para garantizar transparencia y coherencia en el desarrollo académico.</a:t>
            </a:r>
          </a:p>
        </p:txBody>
      </p:sp>
    </p:spTree>
    <p:extLst>
      <p:ext uri="{BB962C8B-B14F-4D97-AF65-F5344CB8AC3E}">
        <p14:creationId xmlns:p14="http://schemas.microsoft.com/office/powerpoint/2010/main" val="33488759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2316</TotalTime>
  <Words>671</Words>
  <Application>Microsoft Office PowerPoint</Application>
  <PresentationFormat>Panorámica</PresentationFormat>
  <Paragraphs>44</Paragraphs>
  <Slides>9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DANIER DOMÍNGUEZ</dc:creator>
  <cp:lastModifiedBy>DANIER</cp:lastModifiedBy>
  <cp:revision>146</cp:revision>
  <dcterms:created xsi:type="dcterms:W3CDTF">2025-10-18T13:06:45Z</dcterms:created>
  <dcterms:modified xsi:type="dcterms:W3CDTF">2026-06-14T01:28:38Z</dcterms:modified>
</cp:coreProperties>
</file>